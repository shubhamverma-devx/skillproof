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ubham/Desktop/skillproof/docs/screenshots/deck/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6517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proven, not claimed.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822960" y="3749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SkillProof turns a student profile into a measurable readiness score and an adaptive roadmap, with the evidence behind every number.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N Build 2026, UP Regionals  |  Problem statement 05, education and employability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ubham/Desktop/skillproof/docs/screenshots/deck/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SkillProof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1005840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knows the role they want. Nobody tells them what they are missing for it.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259689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7" name="Text 4"/>
          <p:cNvSpPr/>
          <p:nvPr/>
        </p:nvSpPr>
        <p:spPr>
          <a:xfrm>
            <a:off x="758952" y="246888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Resumes are self reported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8952" y="279806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listed skill and a proven skill look identical on paper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55701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" y="342900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Roadmaps are generic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58952" y="375818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eight week plan for a student with four shipped projects and one with none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51713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3" name="Text 10"/>
          <p:cNvSpPr/>
          <p:nvPr/>
        </p:nvSpPr>
        <p:spPr>
          <a:xfrm>
            <a:off x="758952" y="438912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measurable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58952" y="471830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number to argue with, so no way to know if this month helped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547725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6" name="Text 13"/>
          <p:cNvSpPr/>
          <p:nvPr/>
        </p:nvSpPr>
        <p:spPr>
          <a:xfrm>
            <a:off x="758952" y="534924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58952" y="567842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on the wrong skill, and a portfolio that does not answer the recruiter question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ubham/Desktop/skillproof/docs/screenshots/deck/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SkillProof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1005840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existing tools fall short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94560"/>
          <a:ext cx="11183112" cy="914400"/>
        </p:xfrm>
        <a:graphic>
          <a:graphicData uri="http://schemas.openxmlformats.org/drawingml/2006/table">
            <a:tbl>
              <a:tblPr/>
              <a:tblGrid>
                <a:gridCol w="3727704"/>
                <a:gridCol w="3727704"/>
                <a:gridCol w="3727704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misses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 platforms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 a fixed syllabus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idea what you already know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Resume scanners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 keywords to a job description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Trusts the resume completely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chatbot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Writes a plausible roadmap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evidence, no score, no memory, invented links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Placement portals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 openings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say what you are missing for them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ubham/Desktop/skillproof/docs/screenshots/deck/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SkillProof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1005840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SkillProof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proven, not claimed. Four steps, all visible to the student.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259689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7" name="Text 4"/>
          <p:cNvSpPr/>
          <p:nvPr/>
        </p:nvSpPr>
        <p:spPr>
          <a:xfrm>
            <a:off x="758952" y="246888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evidence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8952" y="279806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gives claimed skills, GitHub code gives observed skills traced to the file, a quiz gives verified skills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55701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" y="342900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the gaps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58952" y="375818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is the job description weighted share of the role you can prove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51713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3" name="Text 10"/>
          <p:cNvSpPr/>
          <p:nvPr/>
        </p:nvSpPr>
        <p:spPr>
          <a:xfrm>
            <a:off x="758952" y="438912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against the evidence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58952" y="471830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cost, ordered by prerequisite, packed into your hours, ending in a proof project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547725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6" name="Text 13"/>
          <p:cNvSpPr/>
          <p:nvPr/>
        </p:nvSpPr>
        <p:spPr>
          <a:xfrm>
            <a:off x="758952" y="534924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Replan on proof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58952" y="567842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piece of evidence recalculates the score and rebuilds the weeks you have not touched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ubham/Desktop/skillproof/docs/screenshots/deck/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SkillProof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1005840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number, and the evidence behind it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47 out of 100 for ML Engineer. Every segment is a skill the role asks for.</a:t>
            </a:r>
            <a:endParaRPr lang="en-US" sz="1600" dirty="0"/>
          </a:p>
        </p:txBody>
      </p:sp>
      <p:pic>
        <p:nvPicPr>
          <p:cNvPr id="6" name="Image 1" descr="/Users/shubham/Desktop/skillproof/docs/screenshots/deck/03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23160"/>
            <a:ext cx="6583680" cy="4114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2360" y="268833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8" name="Text 4"/>
          <p:cNvSpPr/>
          <p:nvPr/>
        </p:nvSpPr>
        <p:spPr>
          <a:xfrm>
            <a:off x="7708392" y="25603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width is job description demand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452360" y="364845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0" name="Text 6"/>
          <p:cNvSpPr/>
          <p:nvPr/>
        </p:nvSpPr>
        <p:spPr>
          <a:xfrm>
            <a:off x="7708392" y="352044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is the evidence level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452360" y="460857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2" name="Text 8"/>
          <p:cNvSpPr/>
          <p:nvPr/>
        </p:nvSpPr>
        <p:spPr>
          <a:xfrm>
            <a:off x="7708392" y="44805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is how much of it is proven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ubham/Desktop/skillproof/docs/screenshots/deck/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SkillProof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1005840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is traceable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appears in 64% of ML Engineer listings, sits on her resume, and appears in none of her nine repositories.</a:t>
            </a:r>
            <a:endParaRPr lang="en-US" sz="1600" dirty="0"/>
          </a:p>
        </p:txBody>
      </p:sp>
      <p:pic>
        <p:nvPicPr>
          <p:cNvPr id="6" name="Image 1" descr="/Users/shubham/Desktop/skillproof/docs/screenshots/deck/04-evidence-sq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23160"/>
            <a:ext cx="6583680" cy="4114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2360" y="268833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8" name="Text 4"/>
          <p:cNvSpPr/>
          <p:nvPr/>
        </p:nvSpPr>
        <p:spPr>
          <a:xfrm>
            <a:off x="7708392" y="25603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Claimed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708392" y="288950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resume only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452360" y="364845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1" name="Text 7"/>
          <p:cNvSpPr/>
          <p:nvPr/>
        </p:nvSpPr>
        <p:spPr>
          <a:xfrm>
            <a:off x="7708392" y="352044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708392" y="38496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in code, with the repository and file named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452360" y="460857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4" name="Text 10"/>
          <p:cNvSpPr/>
          <p:nvPr/>
        </p:nvSpPr>
        <p:spPr>
          <a:xfrm>
            <a:off x="7708392" y="44805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708392" y="480974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an adaptive quiz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ubham/Desktop/skillproof/docs/screenshots/deck/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SkillProof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1005840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Claiming is not proving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was on the resume. Under four adaptive questions it scores 25%, and the badge stays amber.</a:t>
            </a:r>
            <a:endParaRPr lang="en-US" sz="1600" dirty="0"/>
          </a:p>
        </p:txBody>
      </p:sp>
      <p:pic>
        <p:nvPicPr>
          <p:cNvPr id="6" name="Image 1" descr="/Users/shubham/Desktop/skillproof/docs/screenshots/deck/09-quiz-sql-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23160"/>
            <a:ext cx="6583680" cy="4114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2360" y="268833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8" name="Text 4"/>
          <p:cNvSpPr/>
          <p:nvPr/>
        </p:nvSpPr>
        <p:spPr>
          <a:xfrm>
            <a:off x="7708392" y="25603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Harder after a correct answer, easier after a wrong one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452360" y="364845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0" name="Text 6"/>
          <p:cNvSpPr/>
          <p:nvPr/>
        </p:nvSpPr>
        <p:spPr>
          <a:xfrm>
            <a:off x="7708392" y="352044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by difficulty weight, not raw count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452360" y="460857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2" name="Text 8"/>
          <p:cNvSpPr/>
          <p:nvPr/>
        </p:nvSpPr>
        <p:spPr>
          <a:xfrm>
            <a:off x="7708392" y="44805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never reaches the browser before you answer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ubham/Desktop/skillproof/docs/screenshots/deck/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SkillProof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1005840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roadmap that answers why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weeks, eight hours a week, nothing over budget, prerequisites respected.</a:t>
            </a:r>
            <a:endParaRPr lang="en-US" sz="1600" dirty="0"/>
          </a:p>
        </p:txBody>
      </p:sp>
      <p:pic>
        <p:nvPicPr>
          <p:cNvPr id="6" name="Image 1" descr="/Users/shubham/Desktop/skillproof/docs/screenshots/deck/11-roadmap-ite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23160"/>
            <a:ext cx="6583680" cy="4114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2360" y="268833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8" name="Text 4"/>
          <p:cNvSpPr/>
          <p:nvPr/>
        </p:nvSpPr>
        <p:spPr>
          <a:xfrm>
            <a:off x="7708392" y="25603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written in numbers, not motivation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452360" y="364845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0" name="Text 6"/>
          <p:cNvSpPr/>
          <p:nvPr/>
        </p:nvSpPr>
        <p:spPr>
          <a:xfrm>
            <a:off x="7708392" y="352044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come from a whitelist, so no invented links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452360" y="460857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2" name="Text 8"/>
          <p:cNvSpPr/>
          <p:nvPr/>
        </p:nvSpPr>
        <p:spPr>
          <a:xfrm>
            <a:off x="7708392" y="44805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item ends in a proof project with checkable criteria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ubham/Desktop/skillproof/docs/screenshots/deck/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SkillProof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1005840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replans when you prove something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 a task done changes nothing. Linking the repository moves the score by 8.5 points.</a:t>
            </a:r>
            <a:endParaRPr lang="en-US" sz="1600" dirty="0"/>
          </a:p>
        </p:txBody>
      </p:sp>
      <p:pic>
        <p:nvPicPr>
          <p:cNvPr id="6" name="Image 1" descr="/Users/shubham/Desktop/skillproof/docs/screenshots/deck/13-progress-repl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23160"/>
            <a:ext cx="6583680" cy="4114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2360" y="268833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8" name="Text 4"/>
          <p:cNvSpPr/>
          <p:nvPr/>
        </p:nvSpPr>
        <p:spPr>
          <a:xfrm>
            <a:off x="7708392" y="25603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Docker, FastAPI and AWS become observed evidence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452360" y="364845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0" name="Text 6"/>
          <p:cNvSpPr/>
          <p:nvPr/>
        </p:nvSpPr>
        <p:spPr>
          <a:xfrm>
            <a:off x="7708392" y="352044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rebuilds around what is left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452360" y="460857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2" name="Text 8"/>
          <p:cNvSpPr/>
          <p:nvPr/>
        </p:nvSpPr>
        <p:spPr>
          <a:xfrm>
            <a:off x="7708392" y="448056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the student edited stays locked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ubham/Desktop/skillproof/docs/screenshots/deck/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SkillProof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1005840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built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where it matters, AI where it helps.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259689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7" name="Text 4"/>
          <p:cNvSpPr/>
          <p:nvPr/>
        </p:nvSpPr>
        <p:spPr>
          <a:xfrm>
            <a:off x="758952" y="246888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8952" y="279806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scoring, gap ranking and skill detection are plain TypeScript, so the same profile always gives the same score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55701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" y="342900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at the edges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58952" y="375818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Sarvam AI writes the explanations and quiz questions, with Groq and Gemini as fallbacks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51713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3" name="Text 10"/>
          <p:cNvSpPr/>
          <p:nvPr/>
        </p:nvSpPr>
        <p:spPr>
          <a:xfrm>
            <a:off x="758952" y="438912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validated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58952" y="471830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 at every boundary, one repair retry, then the next provider, then built in logic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547725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6" name="Text 13"/>
          <p:cNvSpPr/>
          <p:nvPr/>
        </p:nvSpPr>
        <p:spPr>
          <a:xfrm>
            <a:off x="758952" y="534924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with zero keys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58952" y="567842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product works on deterministic logic when no provider is available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ubham/Desktop/skillproof/docs/screenshots/deck/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SkillProof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1005840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and engineering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94560"/>
          <a:ext cx="11183112" cy="914400"/>
        </p:xfrm>
        <a:graphic>
          <a:graphicData uri="http://schemas.openxmlformats.org/drawingml/2006/table">
            <a:tbl>
              <a:tblPr/>
              <a:tblGrid>
                <a:gridCol w="5591556"/>
                <a:gridCol w="5591556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2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Next.js 14 App Router, TypeScript strict, Tailwind with a custom token system, Recharts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Resume and GitHub ingestion, 84 skill taxonomy, deterministic scoring and planner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Sarvam AI sarvam-105b-conversations, then Groq gpt-oss-120b, then Gemini 3.8 Flash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Supabase Postgres in Mumbai, local JSON store when unconfigured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E67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 unit tests, typecheck, lint and build in GitHub Actions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27000" marB="127000" anchor="ctr">
                    <a:lnL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ubham/Desktop/skillproof/docs/screenshots/deck/s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SkillProof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1005840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what is next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02920" y="223113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6" name="Text 3"/>
          <p:cNvSpPr/>
          <p:nvPr/>
        </p:nvSpPr>
        <p:spPr>
          <a:xfrm>
            <a:off x="758952" y="210312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student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8952" y="243230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 to argue with, a ranked list of what to fix, a portfolio project per gap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319125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306324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placement cell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8952" y="339242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engine across a cohort shows where training should actually go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4151376"/>
            <a:ext cx="82296" cy="402336"/>
          </a:xfrm>
          <a:prstGeom prst="rect">
            <a:avLst/>
          </a:prstGeom>
          <a:solidFill>
            <a:srgbClr val="2F4BFF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" y="402336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58952" y="435254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job description ingestion, Hindi interface, mentor review as a fourth evidence level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5394960"/>
            <a:ext cx="11183112" cy="27432"/>
          </a:xfrm>
          <a:prstGeom prst="rect">
            <a:avLst/>
          </a:prstGeom>
          <a:solidFill>
            <a:srgbClr val="D7DCE6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577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F4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https://skillproof.vercel.app</a:t>
            </a:r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E6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F4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https://github.com/shubhamverma-devx/skillproof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SkillProof</dc:title>
  <dc:subject>PptxGenJS Presentation</dc:subject>
  <dc:creator>SkillProof</dc:creator>
  <cp:lastModifiedBy>SkillProof</cp:lastModifiedBy>
  <cp:revision>1</cp:revision>
  <dcterms:created xsi:type="dcterms:W3CDTF">2026-09-26T18:49:06Z</dcterms:created>
  <dcterms:modified xsi:type="dcterms:W3CDTF">2026-09-26T18:49:06Z</dcterms:modified>
</cp:coreProperties>
</file>