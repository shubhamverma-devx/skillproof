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Skills proven, not claimed.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822960" y="3749040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EB7D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SkillProof turns a student profile into a measurable readiness score and an adaptive roadmap, with the evidence behind every number.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Bit N Build 2026, UP Regionals  |  Problem statement 05, education and employability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student knows the role they want. Nobody tells them what they are missing for it.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Resumes are self reported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listed skill and a proven skill look identical on paper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Roadmaps are generic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eight week plan for a student with four shipped projects and one with none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Nothing is measurable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number to argue with, so no way to know if this month helped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result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months on the wrong skill, and a portfolio that does not answer the recruiter question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Why existing tools fall short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11183112" cy="914400"/>
        </p:xfrm>
        <a:graphic>
          <a:graphicData uri="http://schemas.openxmlformats.org/drawingml/2006/table">
            <a:tbl>
              <a:tblPr/>
              <a:tblGrid>
                <a:gridCol w="3727704"/>
                <a:gridCol w="3727704"/>
                <a:gridCol w="372770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Tool</a:t>
                      </a:r>
                      <a:endParaRPr lang="en-US" sz="13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What it does</a:t>
                      </a:r>
                      <a:endParaRPr lang="en-US" sz="13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What it misses</a:t>
                      </a:r>
                      <a:endParaRPr lang="en-US" sz="13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Course platforms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Sell a fixed syllabus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idea what you already know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Resume scanners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Match keywords to a job description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Trusts the resume completely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chatbot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Writes a plausible roadmap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evidence, no score, no memory, invented links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Placement portals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List openings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Never say what you are missing for them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Skills proven, not claimed. Four steps, all visible to the student.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Collect evidence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resume gives claimed skills, GitHub code gives observed skills traced to the file, a quiz gives verified skills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Price the gaps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readiness is the job description weighted share of the role you can prove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Plan against the evidence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ranked by cost, ordered by prerequisite, packed into your hours, ending in a proof project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Replan on proof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new piece of evidence recalculates the score and rebuilds the weeks you have not touched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One number, and the evidence behind it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Readiness 47 out of 100 for ML Engineer. Every segment is a skill the role asks for.</a:t>
            </a:r>
            <a:endParaRPr lang="en-US" sz="1600" dirty="0"/>
          </a:p>
        </p:txBody>
      </p:sp>
      <p:pic>
        <p:nvPicPr>
          <p:cNvPr id="6" name="Image 1" descr="/Users/shubham/Desktop/skillproof/docs/screenshots/deck/03-dashbo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2377440"/>
            <a:ext cx="7315200" cy="40233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8485632" y="246888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Segment width is job description demand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8485632" y="342900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Colour is the evidence level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822960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8485632" y="438912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Fill is how much of it is proven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Every claim is traceable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SQL appears in 64% of ML Engineer listings, sits on her resume, and appears in none of her nine repositories.</a:t>
            </a:r>
            <a:endParaRPr lang="en-US" sz="1600" dirty="0"/>
          </a:p>
        </p:txBody>
      </p:sp>
      <p:pic>
        <p:nvPicPr>
          <p:cNvPr id="6" name="Image 1" descr="/Users/shubham/Desktop/skillproof/docs/screenshots/deck/04-evidence-sq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2377440"/>
            <a:ext cx="7315200" cy="40233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8485632" y="246888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Claimed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8485632" y="279806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the resume only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1" name="Text 7"/>
          <p:cNvSpPr/>
          <p:nvPr/>
        </p:nvSpPr>
        <p:spPr>
          <a:xfrm>
            <a:off x="8485632" y="342900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Observed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8485632" y="375818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 in code, with the repository and file named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22960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4" name="Text 10"/>
          <p:cNvSpPr/>
          <p:nvPr/>
        </p:nvSpPr>
        <p:spPr>
          <a:xfrm>
            <a:off x="8485632" y="438912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Verified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8485632" y="471830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passed an adaptive quiz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Claiming is not proving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SQL was on the resume. Under four adaptive questions it scores 25%, and the badge stays amber.</a:t>
            </a:r>
            <a:endParaRPr lang="en-US" sz="1600" dirty="0"/>
          </a:p>
        </p:txBody>
      </p:sp>
      <p:pic>
        <p:nvPicPr>
          <p:cNvPr id="6" name="Image 1" descr="/Users/shubham/Desktop/skillproof/docs/screenshots/deck/09-quiz-sql-resul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2377440"/>
            <a:ext cx="7315200" cy="40233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8485632" y="246888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Harder after a correct answer, easier after a wrong one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8485632" y="342900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Scored by difficulty weight, not raw count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822960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8485632" y="438912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answer never reaches the browser before you answer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 roadmap that answers why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weeks, eight hours a week, nothing over budget, prerequisites respected.</a:t>
            </a:r>
            <a:endParaRPr lang="en-US" sz="1600" dirty="0"/>
          </a:p>
        </p:txBody>
      </p:sp>
      <p:pic>
        <p:nvPicPr>
          <p:cNvPr id="6" name="Image 1" descr="/Users/shubham/Desktop/skillproof/docs/screenshots/deck/11-roadmap-ite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2377440"/>
            <a:ext cx="7315200" cy="40233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8485632" y="246888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Why is written in numbers, not motivation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8485632" y="342900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Resources come from a whitelist, so no invented links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822960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8485632" y="438912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Every item ends in a proof project with checkable criteria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It replans when you prove something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Marking a task done changes nothing. Linking the repository moves the score by 8.5 points.</a:t>
            </a:r>
            <a:endParaRPr lang="en-US" sz="1600" dirty="0"/>
          </a:p>
        </p:txBody>
      </p:sp>
      <p:pic>
        <p:nvPicPr>
          <p:cNvPr id="6" name="Image 1" descr="/Users/shubham/Desktop/skillproof/docs/screenshots/deck/13-progress-repl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" y="2377440"/>
            <a:ext cx="7315200" cy="40233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8485632" y="246888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Docker, FastAPI and AWS become observed evidence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8485632" y="342900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plan rebuilds around what is left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822960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8485632" y="4389120"/>
            <a:ext cx="3291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Anything the student edited stays locked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How it is built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Deterministic where it matters, AI where it helps.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Deterministic core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scoring, gap ranking and skill detection are plain TypeScript, so the same profile always gives the same score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at the edges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Sarvam AI writes the explanations and quiz questions, with Groq and Gemini as fallbacks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Everything validated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zod at every boundary, one repair retry, then the next provider, then built in logic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Runs with zero keys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whole product works on deterministic logic when no provider is available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Stack and engineering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11183112" cy="914400"/>
        </p:xfrm>
        <a:graphic>
          <a:graphicData uri="http://schemas.openxmlformats.org/drawingml/2006/table">
            <a:tbl>
              <a:tblPr/>
              <a:tblGrid>
                <a:gridCol w="5591556"/>
                <a:gridCol w="559155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Layer</a:t>
                      </a:r>
                      <a:endParaRPr lang="en-US" sz="13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Schibsted Grotesk" pitchFamily="34" charset="0"/>
                          <a:ea typeface="Schibsted Grotesk" pitchFamily="34" charset="-122"/>
                          <a:cs typeface="Schibsted Grotesk" pitchFamily="34" charset="-120"/>
                        </a:rPr>
                        <a:t>Choice</a:t>
                      </a:r>
                      <a:endParaRPr lang="en-US" sz="1300" dirty="0">
                        <a:latin typeface="Schibsted Grotesk" charset="0"/>
                        <a:ea typeface="Schibsted Grotesk" charset="0"/>
                        <a:cs typeface="Schibsted Grotesk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Frontend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Next.js 14 App Router, TypeScript strict, Tailwind with a custom token system, Recharts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Agent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Resume and GitHub ingestion, 84 skill taxonomy, deterministic scoring and planner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Models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Sarvam AI sarvam-105b, then Groq gpt-oss-120b, then Gemini 3.8 Flash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Data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Supabase Postgres in Mumbai, local JSON store when unconfigured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Quality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69 unit tests, typecheck, lint and build in GitHub Actions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Impact and what is next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02920" y="2231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6" name="Text 3"/>
          <p:cNvSpPr/>
          <p:nvPr/>
        </p:nvSpPr>
        <p:spPr>
          <a:xfrm>
            <a:off x="758952" y="2103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For a student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58952" y="2432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number to argue with, a ranked list of what to fix, a portfolio project per gap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3191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3063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For a placement cell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58952" y="3392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engine across a cohort shows where training should actually go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41513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9"/>
          <p:cNvSpPr/>
          <p:nvPr/>
        </p:nvSpPr>
        <p:spPr>
          <a:xfrm>
            <a:off x="758952" y="402336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Next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58952" y="435254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job description ingestion, Hindi interface, mentor review as a fourth evidence level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5394960"/>
            <a:ext cx="11183112" cy="27432"/>
          </a:xfrm>
          <a:prstGeom prst="rect">
            <a:avLst/>
          </a:prstGeom>
          <a:solidFill>
            <a:srgbClr val="D7DCE6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demo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https://skillproof.vercel.app</a:t>
            </a:r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 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https://github.com/shubhamverma-devx/skillproof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SkillProof</dc:title>
  <dc:subject>PptxGenJS Presentation</dc:subject>
  <dc:creator>SkillProof</dc:creator>
  <cp:lastModifiedBy>SkillProof</cp:lastModifiedBy>
  <cp:revision>1</cp:revision>
  <dcterms:created xsi:type="dcterms:W3CDTF">2026-09-26T17:38:22Z</dcterms:created>
  <dcterms:modified xsi:type="dcterms:W3CDTF">2026-09-26T17:38:22Z</dcterms:modified>
</cp:coreProperties>
</file>