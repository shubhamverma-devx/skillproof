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37490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 turns a student profile into a measurable readiness score and an adaptive roadmap, with the evidence behind every number.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 N Build 2026, UP Regionals  |  Problem statement 05, education and employability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knows the role they want. Nobody tells them what they are missing for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Resumes are self reported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listed skill and a proven skill look identical on paper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 are generic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eight week plan for a student with four shipped projects and one with none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measurable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number to argue with, so no way to know if this month helped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on the wrong skill, and a portfolio that does not answer the recruiter question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existing tools fall short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3727704"/>
                <a:gridCol w="3727704"/>
                <a:gridCol w="372770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misses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platforms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fixed syllabus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idea what you already know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scanners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keywords to a job description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Trusts the resume completely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chatbot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a plausible roadmap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evidence, no score, no memory, invented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Placement portals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openings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say what you are missing for them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 Four steps, all visible to the student.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evidence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resume gives "on your resume", GitHub gives "seen in your code" traced to the file, a test gives "tested"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gaps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readiness is the demand weighted share of the role the student can actually prove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against the evidence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cost, ordered by prerequisite, packed into your hours, ending in a proof project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on proof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piece of evidence recalculates the score and rebuilds the weeks you have not touched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number, and a sentence saying what it means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47% ready for ML Engineer roles." Every block in the bar is a skill the role asks for.</a:t>
            </a:r>
            <a:endParaRPr lang="en-US" sz="1600" dirty="0"/>
          </a:p>
        </p:txBody>
      </p:sp>
      <p:pic>
        <p:nvPicPr>
          <p:cNvPr id="6" name="Image 1" descr="/Users/shubham/Desktop/skillproof/docs/screenshots/deck/03-over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width is how often real job posts ask for it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is how far the student has proved it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could reach 89 by proving skills you already have"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 gap reads as not shown yet rather than not learned yet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52360" y="55686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5" name="Text 11"/>
          <p:cNvSpPr/>
          <p:nvPr/>
        </p:nvSpPr>
        <p:spPr>
          <a:xfrm>
            <a:off x="7708392" y="544068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next step, and it is the only primary button on the page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is traceable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is asked for in 64% of ML Engineer listings, sits on her resume, and appears in none of her ten repositories.</a:t>
            </a:r>
            <a:endParaRPr lang="en-US" sz="1600" dirty="0"/>
          </a:p>
        </p:txBody>
      </p:sp>
      <p:pic>
        <p:nvPicPr>
          <p:cNvPr id="6" name="Image 1" descr="/Users/shubham/Desktop/skillproof/docs/screenshots/deck/05-evidence-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resume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08392" y="28895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resume says so and nothing else does (claimed)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1" name="Text 7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Seen in your code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08392" y="384962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in a public repository, with the file named (observed)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an adaptive test (verified)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Claiming is not proving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was on the resume. Under four adaptive questions it scores 21%, the label stays "on your resume", and the score edges down.</a:t>
            </a:r>
            <a:endParaRPr lang="en-US" sz="1600" dirty="0"/>
          </a:p>
        </p:txBody>
      </p:sp>
      <p:pic>
        <p:nvPicPr>
          <p:cNvPr id="6" name="Image 1" descr="/Users/shubham/Desktop/skillproof/docs/screenshots/deck/10-quiz-sql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after a correct answer, easier after a wrong one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by difficulty weight, not raw count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never reaches the browser before you answer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that answers why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weeks, eight hours a week, nothing over budget, prerequisites respected.</a:t>
            </a:r>
            <a:endParaRPr lang="en-US" sz="1600" dirty="0"/>
          </a:p>
        </p:txBody>
      </p:sp>
      <p:pic>
        <p:nvPicPr>
          <p:cNvPr id="6" name="Image 1" descr="/Users/shubham/Desktop/skillproof/docs/screenshots/deck/12-roadmap-it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written in numbers, not motivation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come from a whitelist, so no invented links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ends in a proof project with checkable criteria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replans when you prove something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a task done changes nothing. Linking the repository moves the score by 8.5 points.</a:t>
            </a:r>
            <a:endParaRPr lang="en-US" sz="1600" dirty="0"/>
          </a:p>
        </p:txBody>
      </p:sp>
      <p:pic>
        <p:nvPicPr>
          <p:cNvPr id="6" name="Image 1" descr="/Users/shubham/Desktop/skillproof/docs/screenshots/deck/14-progress-re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FastAPI and AWS become seen in your code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rebuilds around what is left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the student edited stays locked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matters, AI where it helps.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gap ranking and skill detection are plain TypeScript, so the same profile always gives the same score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the edges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Sarvam AI writes the explanations and quiz questions, with Groq and Gemini as fallbacks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validated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at every boundary, one repair retry, then the next provider, then built in logic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zero keys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works on deterministic logic when no provider is available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engineering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5591556"/>
                <a:gridCol w="559155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14 App Router, TypeScript strict, Tailwind with a custom token system, Recharts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and GitHub ingestion, 84 skill taxonomy, deterministic scoring and planner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Sarvam AI sarvam-105b-conversations, then Groq gpt-oss-120b, then 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Supabase Postgres in Mumbai, local JSON store when unconfigured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unit tests, typecheck, lint and build in GitHub Actions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what is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02920" y="2231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6" name="Text 3"/>
          <p:cNvSpPr/>
          <p:nvPr/>
        </p:nvSpPr>
        <p:spPr>
          <a:xfrm>
            <a:off x="758952" y="2103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student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58952" y="2432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to argue with, a ranked list of what to fix, a portfolio project per gap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191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3063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placement cell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952" y="3392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engine across a cohort shows where training should actually go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1513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40233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952" y="43525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job post ingestion, Hindi interface, mentor review as a fourth kind of proof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5394960"/>
            <a:ext cx="11183112" cy="27432"/>
          </a:xfrm>
          <a:prstGeom prst="rect">
            <a:avLst/>
          </a:prstGeom>
          <a:solidFill>
            <a:srgbClr val="D7DCE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https://skillproof.vercel.app</a:t>
            </a:r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https://github.com/shubhamverma-devx/skillproof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SkillProof</dc:title>
  <dc:subject>PptxGenJS Presentation</dc:subject>
  <dc:creator>SkillProof</dc:creator>
  <cp:lastModifiedBy>SkillProof</cp:lastModifiedBy>
  <cp:revision>1</cp:revision>
  <dcterms:created xsi:type="dcterms:W3CDTF">2026-09-27T05:25:28Z</dcterms:created>
  <dcterms:modified xsi:type="dcterms:W3CDTF">2026-09-27T05:25:28Z</dcterms:modified>
</cp:coreProperties>
</file>