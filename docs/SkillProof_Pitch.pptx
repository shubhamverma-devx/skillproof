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misses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platforms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fixed syllabus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idea what you already know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scanners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Trusts the resume completely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chatbot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a plausible roadmap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Placement portals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openings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gives claimed skills, GitHub code gives observed skills traced to the file, a quiz gives verified skills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is the job description weighted share of the role you can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number, and the evidence behind it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47 out of 100 for ML Engineer. Every segment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width is job description demand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is the evidence level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is how much of it is proven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55686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544068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Ceiling: 89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57698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proving her current evidence would reach, so a gap reads as not shown yet or not learned yet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appears in 64% of ML Engineer listings, sits on her resume, and appears in none of her nine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4-evidence-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08392" y="28895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resume only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08392" y="38496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code, with the repository and file named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an adaptive quiz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was on the resume. Under four adaptive questions it scores 25%, and the badge stays amber.</a:t>
            </a:r>
            <a:endParaRPr lang="en-US" sz="1600" dirty="0"/>
          </a:p>
        </p:txBody>
      </p:sp>
      <p:pic>
        <p:nvPicPr>
          <p:cNvPr id="6" name="Image 1" descr="/Users/shubham/Desktop/skillproof/docs/screenshots/deck/09-quiz-sql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roadmap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1-roadmap-i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3-progress-re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FastAPI and AWS become observed evidence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Sarvam AI sarvam-105b-conversations, then Groq gpt-oss-120b, then 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job description ingestion, Hindi interface, mentor review as a fourth evidence level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https://skillproof-dev-x9.vercel.app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2026-09-26T22:49:15Z</dcterms:created>
  <dcterms:modified xsi:type="dcterms:W3CDTF">2026-09-26T22:49:15Z</dcterms:modified>
</cp:coreProperties>
</file>